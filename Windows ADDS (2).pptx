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4" r:id="rId9"/>
    <p:sldId id="262" r:id="rId10"/>
    <p:sldId id="263" r:id="rId11"/>
    <p:sldId id="270" r:id="rId12"/>
    <p:sldId id="273" r:id="rId13"/>
    <p:sldId id="266" r:id="rId14"/>
    <p:sldId id="267" r:id="rId15"/>
    <p:sldId id="265" r:id="rId16"/>
    <p:sldId id="268" r:id="rId17"/>
    <p:sldId id="269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C4AECA-4024-0166-FBEE-34063C01872B}" v="2479" dt="2026-02-23T01:47:59.955"/>
    <p1510:client id="{BD274A23-E63E-32F6-0064-E09358B86E85}" v="112" dt="2026-02-23T01:52:43.6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112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E76D4-7CDE-F9ED-D82C-444D8FE16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21D8CA-8330-0E02-0BE0-E558BDAD6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E4ED6-3363-4D15-1B40-E10EC1A24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85A0-E463-4872-9389-3DC0BC2C371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090E0-D865-08B6-F93A-1112171A6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F14E7-D506-5488-640A-F6B118161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87F17-1841-40E7-A48A-9F31FAF08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28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5DCA4-1F31-F537-0D28-4BF8CB978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3D64C-DEA4-EE7B-EB58-C741C2730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B0D89-F690-9F6C-7DA5-49DD5313F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85A0-E463-4872-9389-3DC0BC2C371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AB332-2C45-DE75-572E-EBFC93FE9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D2837-BFD3-F6DA-E8E8-8A6365C2E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87F17-1841-40E7-A48A-9F31FAF08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146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BC21-ACC5-333E-78C7-DF152944D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DED46-9DB2-9052-0F29-7BAF1498F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EE630-F50E-5983-CD11-ED2B64B4D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85A0-E463-4872-9389-3DC0BC2C371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4083D-FE3D-9CFA-4A0F-ED7ED844E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63DBF-5B32-8469-98F5-3BFFF0B12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87F17-1841-40E7-A48A-9F31FAF08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818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8A1CC-79BF-22ED-C751-18D5BC4C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FE45D-7696-0510-E9F1-522AEEB0F6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3BF91-5B77-0BA3-2DD7-C8EEA5D9B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2F05E-22A4-8F54-F5FC-894976E7C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85A0-E463-4872-9389-3DC0BC2C371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D5098-474E-43A8-C381-3D546D774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FABE7-F712-4AE4-4A60-07C1CDA33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87F17-1841-40E7-A48A-9F31FAF08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00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C17A3-A93A-E92E-0A38-67F33EBF6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778D2-2D89-9BBA-378D-EC7CB98E6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47641-B5CD-6642-FFD1-711F6C530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C98F1A-900F-9090-66E2-79A03E21BF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270FE8-5997-1AA3-F23B-1A1A589775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B53F12-CBDE-DD0A-E740-8F6BC1F7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85A0-E463-4872-9389-3DC0BC2C371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890D97-C15B-BF97-B69F-98EED78A3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DC20F6-742E-87FE-CF51-CD45A9D7A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87F17-1841-40E7-A48A-9F31FAF08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73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38D0D-120B-5B42-0211-0CD9EE4A7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B0BD23-6E5E-C0DD-A3FE-E668096CB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85A0-E463-4872-9389-3DC0BC2C371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03E4B-D0B6-8705-2C28-29FCAC17B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37B6F-40C5-9FB3-D25A-F8F5D1659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87F17-1841-40E7-A48A-9F31FAF08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16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F80D8E-13FC-1268-A59F-912B607F2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85A0-E463-4872-9389-3DC0BC2C371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E7DE63-3F11-92D4-7E68-A52485064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E264C-434A-A9A3-47CC-69BF473A8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87F17-1841-40E7-A48A-9F31FAF08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43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9604-589F-4C6F-989F-25C4BE10F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4C710-4912-3501-6BCA-81A30EC0F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B3005-0252-6C19-8FBD-7AB59963E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8C8F7-1437-A9E6-9B81-1EEB5D959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85A0-E463-4872-9389-3DC0BC2C371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DDE2C-7F81-14C6-FABC-50CC20410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C43D2-253C-2A50-DD6A-C497656AE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87F17-1841-40E7-A48A-9F31FAF08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44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F1E81-C031-69A0-61C1-82C66D1B8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658604-B76F-1461-DA68-81226743C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DE5EA-15E8-71E9-9143-9000C28DE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494E3-80FE-5292-4A30-3B5DEEEAE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85A0-E463-4872-9389-3DC0BC2C371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63D24-CADA-82CE-8AE7-73D4CA563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12000-E1A4-D54D-A603-42F17BEDC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87F17-1841-40E7-A48A-9F31FAF08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91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D9F22-4E0A-2F12-2A04-37E374EF0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46C238-E796-B8FB-2B91-3BC72012B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A9FF6-0A14-4517-F919-534AD39F5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85A0-E463-4872-9389-3DC0BC2C371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D8AC6-1140-1A54-31D0-0641AD195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AC63F-0753-2590-3168-C3F88A306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87F17-1841-40E7-A48A-9F31FAF08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58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4960B3-2285-5739-8740-F9630FDB5C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ABEE3-37BA-2072-26FC-8C1EF36EE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C71CF-D2B4-5F67-6CEF-D8C4909EC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85A0-E463-4872-9389-3DC0BC2C371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8AD91-894D-9325-8C7D-D4ADA9227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7F75B-56F1-28D9-6546-F06E1CA7B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87F17-1841-40E7-A48A-9F31FAF08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64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1CC1A9-762F-1193-2EAE-5F72FDAB7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EB81E-A4A8-780C-D357-D4DBD628A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D42A7-287A-2919-0868-CABA47BF21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5F85A0-E463-4872-9389-3DC0BC2C371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B80A8-E5BD-E020-BE1E-BFE85D1DF8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61555-5DC6-B2F4-0124-B720B726A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887F17-1841-40E7-A48A-9F31FAF08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30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874D9-96D5-9D31-60FF-5F782B7CC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5923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Windows </a:t>
            </a:r>
            <a:r>
              <a:rPr lang="en-US" dirty="0">
                <a:latin typeface="Aptos Display"/>
              </a:rPr>
              <a:t> Environment</a:t>
            </a:r>
            <a:br>
              <a:rPr lang="en-US" dirty="0">
                <a:latin typeface="Aptos Display"/>
              </a:rPr>
            </a:br>
            <a:r>
              <a:rPr lang="en-US" dirty="0">
                <a:latin typeface="Aptos Display"/>
              </a:rPr>
              <a:t>Design &amp; Core Services</a:t>
            </a:r>
            <a:br>
              <a:rPr lang="en-US" dirty="0">
                <a:latin typeface="Aptos Display"/>
              </a:rPr>
            </a:br>
            <a:endParaRPr lang="en-US" dirty="0">
              <a:latin typeface="Aptos Display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90FE03-B8D0-5B3F-32D3-A15D9F5D3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808" y="3024394"/>
            <a:ext cx="10938386" cy="24054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Built a functional enterprise-style Active Directory lab environment including organizational units (OUs), users, security groups, and Group Policy Objects (GPOs). Configured foundational network services such as DHCP and DNS to simulate real-world domain operations and centralized management.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814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791F0B-2F00-59C3-B29B-0BFBB2398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1663" y="1192414"/>
            <a:ext cx="6052504" cy="52850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169980-6219-0F27-69C5-1BC88DEF0742}"/>
              </a:ext>
            </a:extLst>
          </p:cNvPr>
          <p:cNvSpPr txBox="1"/>
          <p:nvPr/>
        </p:nvSpPr>
        <p:spPr>
          <a:xfrm>
            <a:off x="168568" y="131108"/>
            <a:ext cx="1168738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ea typeface="+mn-lt"/>
                <a:cs typeface="+mn-lt"/>
              </a:rPr>
              <a:t>Designed and managed Group Policy Objects (GPOs) within a structured OU framework to support role-based administration and departmental policy control. Demonstrated policy scoping, inheritance planning, and security segmentation for users and computers in a domain environment.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537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BFB7E-C4F4-629F-A5E6-9C5090C1E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04" y="-217174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ea typeface="+mj-lt"/>
                <a:cs typeface="+mj-lt"/>
              </a:rPr>
              <a:t>Configured Account Lockout Policy to protect against brute-force authentication attempts.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F787EE-B791-70BD-9FD3-697567AE9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5583" y="837283"/>
            <a:ext cx="8604172" cy="585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106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5FFEE4-7476-ED16-B67C-484089BF5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592" y="1159263"/>
            <a:ext cx="6112988" cy="53336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383756-1BD0-D145-48F1-AB6540797EAD}"/>
              </a:ext>
            </a:extLst>
          </p:cNvPr>
          <p:cNvSpPr txBox="1"/>
          <p:nvPr/>
        </p:nvSpPr>
        <p:spPr>
          <a:xfrm>
            <a:off x="487256" y="379859"/>
            <a:ext cx="997683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Demonstrated workings of the Account lockout GPO where a User Account has been disabled as a result of invalid password attempts.</a:t>
            </a:r>
          </a:p>
        </p:txBody>
      </p:sp>
    </p:spTree>
    <p:extLst>
      <p:ext uri="{BB962C8B-B14F-4D97-AF65-F5344CB8AC3E}">
        <p14:creationId xmlns:p14="http://schemas.microsoft.com/office/powerpoint/2010/main" val="233700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ABD2E0-C5C8-CB77-E381-B5F252161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679" y="1117771"/>
            <a:ext cx="7106642" cy="56300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EF92F1-3BCC-F273-0276-5FC95BEBF3C6}"/>
              </a:ext>
            </a:extLst>
          </p:cNvPr>
          <p:cNvSpPr txBox="1"/>
          <p:nvPr/>
        </p:nvSpPr>
        <p:spPr>
          <a:xfrm>
            <a:off x="453288" y="447195"/>
            <a:ext cx="1127533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User reports to IT about the issue, IT unlocks the account and enforces password change at next logon.</a:t>
            </a:r>
          </a:p>
        </p:txBody>
      </p:sp>
    </p:spTree>
    <p:extLst>
      <p:ext uri="{BB962C8B-B14F-4D97-AF65-F5344CB8AC3E}">
        <p14:creationId xmlns:p14="http://schemas.microsoft.com/office/powerpoint/2010/main" val="1099346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B1A2D0-6993-D0D9-F88A-B16C71EE5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521" y="1178985"/>
            <a:ext cx="7220958" cy="53156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DA50AF-3203-0C23-8CC2-50B530021829}"/>
              </a:ext>
            </a:extLst>
          </p:cNvPr>
          <p:cNvSpPr txBox="1"/>
          <p:nvPr/>
        </p:nvSpPr>
        <p:spPr>
          <a:xfrm>
            <a:off x="899029" y="262217"/>
            <a:ext cx="107883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Demonstrating a password reset situation.</a:t>
            </a:r>
          </a:p>
        </p:txBody>
      </p:sp>
    </p:spTree>
    <p:extLst>
      <p:ext uri="{BB962C8B-B14F-4D97-AF65-F5344CB8AC3E}">
        <p14:creationId xmlns:p14="http://schemas.microsoft.com/office/powerpoint/2010/main" val="711731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77A86-925A-8B37-5C97-117A78D59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2" y="224"/>
            <a:ext cx="10515600" cy="670887"/>
          </a:xfrm>
        </p:spPr>
        <p:txBody>
          <a:bodyPr>
            <a:normAutofit/>
          </a:bodyPr>
          <a:lstStyle/>
          <a:p>
            <a:r>
              <a:rPr lang="en-US" sz="3000" dirty="0"/>
              <a:t>Network Shares and Drive mappings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671D14-1739-9A50-2EB1-DEB0431053E7}"/>
              </a:ext>
            </a:extLst>
          </p:cNvPr>
          <p:cNvSpPr txBox="1"/>
          <p:nvPr/>
        </p:nvSpPr>
        <p:spPr>
          <a:xfrm>
            <a:off x="2563" y="520074"/>
            <a:ext cx="1028265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dirty="0"/>
              <a:t>Created a Centralized File Server (DC1 In this Lab) and shared Folders over the network.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GB" dirty="0"/>
              <a:t>Created a GPO that maps Drive letter for each department to the appropriate Network shares.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EB0D48-AA86-B233-4AC1-84887C4CA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645" y="1202297"/>
            <a:ext cx="7498456" cy="565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04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554E94-1957-BB29-D3ED-2BE60EF8B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650" y="709295"/>
            <a:ext cx="8652700" cy="61477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B16714-460D-90E1-21F1-FDEAF67F4250}"/>
              </a:ext>
            </a:extLst>
          </p:cNvPr>
          <p:cNvSpPr txBox="1"/>
          <p:nvPr/>
        </p:nvSpPr>
        <p:spPr>
          <a:xfrm>
            <a:off x="1124089" y="276415"/>
            <a:ext cx="100799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Drive Mapping GPO linked to Company Users OU</a:t>
            </a:r>
          </a:p>
        </p:txBody>
      </p:sp>
    </p:spTree>
    <p:extLst>
      <p:ext uri="{BB962C8B-B14F-4D97-AF65-F5344CB8AC3E}">
        <p14:creationId xmlns:p14="http://schemas.microsoft.com/office/powerpoint/2010/main" val="2638877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F2E38B-06BC-95DC-38D7-8627DEFD9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963" y="626135"/>
            <a:ext cx="8908919" cy="61254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04617C-23EC-6FAC-0969-719BCDF82E63}"/>
              </a:ext>
            </a:extLst>
          </p:cNvPr>
          <p:cNvSpPr txBox="1"/>
          <p:nvPr/>
        </p:nvSpPr>
        <p:spPr>
          <a:xfrm>
            <a:off x="273788" y="142968"/>
            <a:ext cx="111303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Created a GPO with Drive mappings, Assigned appropriate drive letter for each Department.</a:t>
            </a:r>
          </a:p>
        </p:txBody>
      </p:sp>
    </p:spTree>
    <p:extLst>
      <p:ext uri="{BB962C8B-B14F-4D97-AF65-F5344CB8AC3E}">
        <p14:creationId xmlns:p14="http://schemas.microsoft.com/office/powerpoint/2010/main" val="607662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B08454-53C3-6D3A-6432-BD75201D2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246" y="870785"/>
            <a:ext cx="8901466" cy="58292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01D338-774F-47F1-35AA-AEF89CDFED51}"/>
              </a:ext>
            </a:extLst>
          </p:cNvPr>
          <p:cNvSpPr txBox="1"/>
          <p:nvPr/>
        </p:nvSpPr>
        <p:spPr>
          <a:xfrm>
            <a:off x="737107" y="92138"/>
            <a:ext cx="114436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Item level </a:t>
            </a:r>
            <a:r>
              <a:rPr lang="en-GB" dirty="0" err="1"/>
              <a:t>Targetting</a:t>
            </a:r>
            <a:r>
              <a:rPr lang="en-GB" dirty="0"/>
              <a:t> for each drive maps, ensuring users from different departments are directed towards their appropriate share.</a:t>
            </a:r>
          </a:p>
        </p:txBody>
      </p:sp>
    </p:spTree>
    <p:extLst>
      <p:ext uri="{BB962C8B-B14F-4D97-AF65-F5344CB8AC3E}">
        <p14:creationId xmlns:p14="http://schemas.microsoft.com/office/powerpoint/2010/main" val="4113485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113CEFD3-A3F7-6CE2-3F7A-4F262FBD9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578" y="890787"/>
            <a:ext cx="6785408" cy="59672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E6162E-E3D1-15FB-8FE8-C840F630AD4F}"/>
              </a:ext>
            </a:extLst>
          </p:cNvPr>
          <p:cNvSpPr txBox="1"/>
          <p:nvPr/>
        </p:nvSpPr>
        <p:spPr>
          <a:xfrm>
            <a:off x="313270" y="128994"/>
            <a:ext cx="117384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IT user logs in and finds the share using a friendly drive letter.</a:t>
            </a:r>
          </a:p>
        </p:txBody>
      </p:sp>
    </p:spTree>
    <p:extLst>
      <p:ext uri="{BB962C8B-B14F-4D97-AF65-F5344CB8AC3E}">
        <p14:creationId xmlns:p14="http://schemas.microsoft.com/office/powerpoint/2010/main" val="724733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4513F9-FA3A-9DA3-AB09-AF0B87F83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63" y="998381"/>
            <a:ext cx="7839075" cy="5676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46C840-89CF-0541-86DA-06B70D5A2418}"/>
              </a:ext>
            </a:extLst>
          </p:cNvPr>
          <p:cNvSpPr txBox="1"/>
          <p:nvPr/>
        </p:nvSpPr>
        <p:spPr>
          <a:xfrm>
            <a:off x="514881" y="176990"/>
            <a:ext cx="986320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Created a GPO that restrict company users from accessing Control </a:t>
            </a:r>
            <a:r>
              <a:rPr lang="en-GB" dirty="0" err="1"/>
              <a:t>pannel</a:t>
            </a:r>
            <a:r>
              <a:rPr lang="en-GB" dirty="0"/>
              <a:t> and Sensitive computer setting, Excluded IT security group for </a:t>
            </a:r>
            <a:r>
              <a:rPr lang="en-GB" dirty="0" err="1"/>
              <a:t>controll</a:t>
            </a:r>
            <a:r>
              <a:rPr lang="en-GB" dirty="0"/>
              <a:t> and basic troubleshooting.</a:t>
            </a:r>
          </a:p>
        </p:txBody>
      </p:sp>
    </p:spTree>
    <p:extLst>
      <p:ext uri="{BB962C8B-B14F-4D97-AF65-F5344CB8AC3E}">
        <p14:creationId xmlns:p14="http://schemas.microsoft.com/office/powerpoint/2010/main" val="3695587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7DD32-E91D-8C39-8649-763AF8B59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Delegation of Control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D093CD-C6E6-AC84-C502-84C91511332B}"/>
              </a:ext>
            </a:extLst>
          </p:cNvPr>
          <p:cNvSpPr txBox="1"/>
          <p:nvPr/>
        </p:nvSpPr>
        <p:spPr>
          <a:xfrm>
            <a:off x="1031951" y="1824342"/>
            <a:ext cx="10337938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Delegated appropriate permissions to the IT Security group over the </a:t>
            </a:r>
            <a:r>
              <a:rPr lang="en-GB" i="1" dirty="0">
                <a:ea typeface="+mn-lt"/>
                <a:cs typeface="+mn-lt"/>
              </a:rPr>
              <a:t>Company Users</a:t>
            </a:r>
            <a:r>
              <a:rPr lang="en-GB" dirty="0">
                <a:ea typeface="+mn-lt"/>
                <a:cs typeface="+mn-lt"/>
              </a:rPr>
              <a:t> OU to support routine help desk operations. Allowed tasks include user account creation/deletion, password resets, account unlock/disable actions, and group membership management. This delegation model follows least-privilege principles and reflects typical Tier 1 / help desk responsibilities in an enterprise domain environment.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GB" dirty="0"/>
          </a:p>
          <a:p>
            <a:pPr marL="285750" indent="-285750">
              <a:buFont typeface="Arial"/>
              <a:buChar char="•"/>
            </a:pP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Configured least-privilege delegation for the IT Security group to perform standard help desk functions, including managing user accounts, resetting passwords, unlocking/ disabling accounts, and modifying group memberships.</a:t>
            </a:r>
            <a:endParaRPr lang="en-GB" dirty="0"/>
          </a:p>
          <a:p>
            <a:pPr marL="285750" indent="-285750">
              <a:buFont typeface="Arial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2437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CA51D5-0059-9BF1-73CB-719F6CF7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533" y="1029729"/>
            <a:ext cx="6691797" cy="56532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21B281-68EA-08E4-8E2A-B6A774A79C88}"/>
              </a:ext>
            </a:extLst>
          </p:cNvPr>
          <p:cNvSpPr txBox="1"/>
          <p:nvPr/>
        </p:nvSpPr>
        <p:spPr>
          <a:xfrm>
            <a:off x="730462" y="187297"/>
            <a:ext cx="107509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Delegating IT Security group basic management controller over Company Users OU, Any users that have issues with password, account, group membership can report to IT team member for a resolution.</a:t>
            </a:r>
          </a:p>
        </p:txBody>
      </p:sp>
    </p:spTree>
    <p:extLst>
      <p:ext uri="{BB962C8B-B14F-4D97-AF65-F5344CB8AC3E}">
        <p14:creationId xmlns:p14="http://schemas.microsoft.com/office/powerpoint/2010/main" val="3199451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4FC1DB-60AA-EC13-6E0B-E81C6499F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675" y="1332539"/>
            <a:ext cx="6617383" cy="55296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68025B-C1EA-4E2E-F66A-85D64BA27B50}"/>
              </a:ext>
            </a:extLst>
          </p:cNvPr>
          <p:cNvSpPr txBox="1"/>
          <p:nvPr/>
        </p:nvSpPr>
        <p:spPr>
          <a:xfrm>
            <a:off x="749191" y="149838"/>
            <a:ext cx="1097565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Administrating Active directory Users and Computers from member of IT security group, </a:t>
            </a:r>
            <a:r>
              <a:rPr lang="en-GB" dirty="0" err="1"/>
              <a:t>Mannurai</a:t>
            </a:r>
            <a:r>
              <a:rPr lang="en-GB" dirty="0"/>
              <a:t> a member of IT Security Group can solve issues related to users and groups using RSAT on the Client machine.</a:t>
            </a:r>
          </a:p>
        </p:txBody>
      </p:sp>
    </p:spTree>
    <p:extLst>
      <p:ext uri="{BB962C8B-B14F-4D97-AF65-F5344CB8AC3E}">
        <p14:creationId xmlns:p14="http://schemas.microsoft.com/office/powerpoint/2010/main" val="3007652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60A896-AEF3-735E-C0F6-94BA005D8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028" y="619931"/>
            <a:ext cx="7454860" cy="59022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CC6083-1439-DBF5-A3B0-DC32F1258910}"/>
              </a:ext>
            </a:extLst>
          </p:cNvPr>
          <p:cNvSpPr txBox="1"/>
          <p:nvPr/>
        </p:nvSpPr>
        <p:spPr>
          <a:xfrm>
            <a:off x="499889" y="131108"/>
            <a:ext cx="917759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Demonstrating basic functions from IT Security group users using RSAT.</a:t>
            </a:r>
          </a:p>
        </p:txBody>
      </p:sp>
    </p:spTree>
    <p:extLst>
      <p:ext uri="{BB962C8B-B14F-4D97-AF65-F5344CB8AC3E}">
        <p14:creationId xmlns:p14="http://schemas.microsoft.com/office/powerpoint/2010/main" val="1587679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94B209-6FFC-29D3-E228-A2523F3C2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221" y="774913"/>
            <a:ext cx="7187558" cy="56439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3983AE-E759-F2F1-4310-52625BD08F1E}"/>
              </a:ext>
            </a:extLst>
          </p:cNvPr>
          <p:cNvSpPr txBox="1"/>
          <p:nvPr/>
        </p:nvSpPr>
        <p:spPr>
          <a:xfrm>
            <a:off x="1045625" y="131108"/>
            <a:ext cx="1050741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Creating a User from </a:t>
            </a:r>
            <a:r>
              <a:rPr lang="en-GB" dirty="0" err="1"/>
              <a:t>mannurai</a:t>
            </a:r>
            <a:r>
              <a:rPr lang="en-GB" dirty="0"/>
              <a:t> which belongs to IT security group.</a:t>
            </a: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0792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D3262B-5F40-0F8D-3905-84979CA44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598" y="1309351"/>
            <a:ext cx="6021538" cy="5151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D08348-9E39-2911-1EF6-8C445ED06927}"/>
              </a:ext>
            </a:extLst>
          </p:cNvPr>
          <p:cNvSpPr txBox="1"/>
          <p:nvPr/>
        </p:nvSpPr>
        <p:spPr>
          <a:xfrm>
            <a:off x="497494" y="128980"/>
            <a:ext cx="111475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Basic DHCP Configuration with different options such as Default gateway, DNS server and domain name.</a:t>
            </a:r>
          </a:p>
        </p:txBody>
      </p:sp>
    </p:spTree>
    <p:extLst>
      <p:ext uri="{BB962C8B-B14F-4D97-AF65-F5344CB8AC3E}">
        <p14:creationId xmlns:p14="http://schemas.microsoft.com/office/powerpoint/2010/main" val="2417179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</Words>
  <Application>Microsoft Office PowerPoint</Application>
  <PresentationFormat>Widescreen</PresentationFormat>
  <Paragraphs>2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Windows  Environment Design &amp; Core Services </vt:lpstr>
      <vt:lpstr>PowerPoint Presentation</vt:lpstr>
      <vt:lpstr>Configured Account Lockout Policy to protect against brute-force authentication attempts.</vt:lpstr>
      <vt:lpstr>PowerPoint Presentation</vt:lpstr>
      <vt:lpstr>PowerPoint Presentation</vt:lpstr>
      <vt:lpstr>PowerPoint Presentation</vt:lpstr>
      <vt:lpstr>Network Shares and Drive mappings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Delegation of Control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Koirala, Prasanna</dc:creator>
  <cp:lastModifiedBy>Koirala, Prasanna</cp:lastModifiedBy>
  <cp:revision>354</cp:revision>
  <dcterms:created xsi:type="dcterms:W3CDTF">2026-02-16T22:14:51Z</dcterms:created>
  <dcterms:modified xsi:type="dcterms:W3CDTF">2026-02-23T01:52:57Z</dcterms:modified>
</cp:coreProperties>
</file>